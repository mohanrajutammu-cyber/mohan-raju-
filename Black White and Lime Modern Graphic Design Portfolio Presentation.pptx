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Montserrat Medium" charset="1" panose="00000600000000000000"/>
      <p:regular r:id="rId13"/>
    </p:embeddedFont>
    <p:embeddedFont>
      <p:font typeface="Agrandir Grand Ultra-Bold" charset="1" panose="00000907000000000000"/>
      <p:regular r:id="rId14"/>
    </p:embeddedFont>
    <p:embeddedFont>
      <p:font typeface="Montserrat" charset="1" panose="00000500000000000000"/>
      <p:regular r:id="rId15"/>
    </p:embeddedFont>
    <p:embeddedFont>
      <p:font typeface="Canva Sans Bold" charset="1" panose="020B0803030501040103"/>
      <p:regular r:id="rId16"/>
    </p:embeddedFont>
    <p:embeddedFont>
      <p:font typeface="Arimo" charset="1" panose="020B0604020202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23.jpeg" Type="http://schemas.openxmlformats.org/officeDocument/2006/relationships/image"/><Relationship Id="rId7" Target="../media/image2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jpnceassistant.ccbp.tech" TargetMode="External" Type="http://schemas.openxmlformats.org/officeDocument/2006/relationships/hyperlink"/><Relationship Id="rId11" Target="https://jpnceassistant.ccbp.tech" TargetMode="External" Type="http://schemas.openxmlformats.org/officeDocument/2006/relationships/hyperlink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25.jpe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29.pn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1.jpe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2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181100" y="8123980"/>
            <a:ext cx="2853587" cy="2853587"/>
          </a:xfrm>
          <a:custGeom>
            <a:avLst/>
            <a:gdLst/>
            <a:ahLst/>
            <a:cxnLst/>
            <a:rect r="r" b="b" t="t" l="l"/>
            <a:pathLst>
              <a:path h="2853587" w="2853587">
                <a:moveTo>
                  <a:pt x="0" y="0"/>
                </a:moveTo>
                <a:lnTo>
                  <a:pt x="2853587" y="0"/>
                </a:lnTo>
                <a:lnTo>
                  <a:pt x="2853587" y="2853586"/>
                </a:lnTo>
                <a:lnTo>
                  <a:pt x="0" y="28535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13998" y="-1135909"/>
            <a:ext cx="2853587" cy="2853587"/>
          </a:xfrm>
          <a:custGeom>
            <a:avLst/>
            <a:gdLst/>
            <a:ahLst/>
            <a:cxnLst/>
            <a:rect r="r" b="b" t="t" l="l"/>
            <a:pathLst>
              <a:path h="2853587" w="2853587">
                <a:moveTo>
                  <a:pt x="0" y="0"/>
                </a:moveTo>
                <a:lnTo>
                  <a:pt x="2853587" y="0"/>
                </a:lnTo>
                <a:lnTo>
                  <a:pt x="2853587" y="2853586"/>
                </a:lnTo>
                <a:lnTo>
                  <a:pt x="0" y="28535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552960" y="471859"/>
            <a:ext cx="4745959" cy="8349518"/>
            <a:chOff x="0" y="0"/>
            <a:chExt cx="660400" cy="11618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0400" cy="1161835"/>
            </a:xfrm>
            <a:custGeom>
              <a:avLst/>
              <a:gdLst/>
              <a:ahLst/>
              <a:cxnLst/>
              <a:rect r="r" b="b" t="t" l="l"/>
              <a:pathLst>
                <a:path h="1161835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6255"/>
                  </a:cubicBezTo>
                  <a:lnTo>
                    <a:pt x="660400" y="1161835"/>
                  </a:lnTo>
                  <a:lnTo>
                    <a:pt x="0" y="1161835"/>
                  </a:lnTo>
                  <a:lnTo>
                    <a:pt x="0" y="336868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blipFill>
              <a:blip r:embed="rId6"/>
              <a:stretch>
                <a:fillRect l="0" t="-1093" r="0" b="-109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440276" y="9202766"/>
            <a:ext cx="225368" cy="22536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10552960" y="9315450"/>
            <a:ext cx="4745959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5186235" y="9202766"/>
            <a:ext cx="225368" cy="225368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576566" y="9750309"/>
            <a:ext cx="214042" cy="21404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BDB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257054" y="9750309"/>
            <a:ext cx="214042" cy="214042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937542" y="9750309"/>
            <a:ext cx="214042" cy="214042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2" id="22"/>
          <p:cNvSpPr/>
          <p:nvPr/>
        </p:nvSpPr>
        <p:spPr>
          <a:xfrm flipH="true" flipV="true">
            <a:off x="562188" y="5471879"/>
            <a:ext cx="0" cy="899272"/>
          </a:xfrm>
          <a:prstGeom prst="line">
            <a:avLst/>
          </a:prstGeom>
          <a:ln cap="flat" w="114300">
            <a:solidFill>
              <a:srgbClr val="C4D65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flipV="true">
            <a:off x="562188" y="5801464"/>
            <a:ext cx="0" cy="569688"/>
          </a:xfrm>
          <a:prstGeom prst="line">
            <a:avLst/>
          </a:prstGeom>
          <a:ln cap="flat" w="114300">
            <a:solidFill>
              <a:srgbClr val="7E659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flipH="true" flipV="true">
            <a:off x="562188" y="5931041"/>
            <a:ext cx="0" cy="440111"/>
          </a:xfrm>
          <a:prstGeom prst="line">
            <a:avLst/>
          </a:prstGeom>
          <a:ln cap="flat" w="114300">
            <a:solidFill>
              <a:srgbClr val="F5944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1674616" y="7816260"/>
            <a:ext cx="3480023" cy="605914"/>
            <a:chOff x="0" y="0"/>
            <a:chExt cx="916549" cy="15958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6549" cy="159582"/>
            </a:xfrm>
            <a:custGeom>
              <a:avLst/>
              <a:gdLst/>
              <a:ahLst/>
              <a:cxnLst/>
              <a:rect r="r" b="b" t="t" l="l"/>
              <a:pathLst>
                <a:path h="159582" w="916549">
                  <a:moveTo>
                    <a:pt x="22247" y="0"/>
                  </a:moveTo>
                  <a:lnTo>
                    <a:pt x="894302" y="0"/>
                  </a:lnTo>
                  <a:cubicBezTo>
                    <a:pt x="900203" y="0"/>
                    <a:pt x="905861" y="2344"/>
                    <a:pt x="910033" y="6516"/>
                  </a:cubicBezTo>
                  <a:cubicBezTo>
                    <a:pt x="914205" y="10688"/>
                    <a:pt x="916549" y="16347"/>
                    <a:pt x="916549" y="22247"/>
                  </a:cubicBezTo>
                  <a:lnTo>
                    <a:pt x="916549" y="137335"/>
                  </a:lnTo>
                  <a:cubicBezTo>
                    <a:pt x="916549" y="143236"/>
                    <a:pt x="914205" y="148894"/>
                    <a:pt x="910033" y="153066"/>
                  </a:cubicBezTo>
                  <a:cubicBezTo>
                    <a:pt x="905861" y="157238"/>
                    <a:pt x="900203" y="159582"/>
                    <a:pt x="894302" y="159582"/>
                  </a:cubicBezTo>
                  <a:lnTo>
                    <a:pt x="22247" y="159582"/>
                  </a:lnTo>
                  <a:cubicBezTo>
                    <a:pt x="16347" y="159582"/>
                    <a:pt x="10688" y="157238"/>
                    <a:pt x="6516" y="153066"/>
                  </a:cubicBezTo>
                  <a:cubicBezTo>
                    <a:pt x="2344" y="148894"/>
                    <a:pt x="0" y="143236"/>
                    <a:pt x="0" y="137335"/>
                  </a:cubicBezTo>
                  <a:lnTo>
                    <a:pt x="0" y="22247"/>
                  </a:lnTo>
                  <a:cubicBezTo>
                    <a:pt x="0" y="16347"/>
                    <a:pt x="2344" y="10688"/>
                    <a:pt x="6516" y="6516"/>
                  </a:cubicBezTo>
                  <a:cubicBezTo>
                    <a:pt x="10688" y="2344"/>
                    <a:pt x="16347" y="0"/>
                    <a:pt x="2224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916549" cy="197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8685638" y="860742"/>
            <a:ext cx="2539969" cy="2493787"/>
          </a:xfrm>
          <a:custGeom>
            <a:avLst/>
            <a:gdLst/>
            <a:ahLst/>
            <a:cxnLst/>
            <a:rect r="r" b="b" t="t" l="l"/>
            <a:pathLst>
              <a:path h="2493787" w="2539969">
                <a:moveTo>
                  <a:pt x="0" y="0"/>
                </a:moveTo>
                <a:lnTo>
                  <a:pt x="2539969" y="0"/>
                </a:lnTo>
                <a:lnTo>
                  <a:pt x="2539969" y="2493787"/>
                </a:lnTo>
                <a:lnTo>
                  <a:pt x="0" y="249378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-5400000">
            <a:off x="-1361132" y="7628618"/>
            <a:ext cx="380853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CREATIVE PORTFOLIO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831761" y="494982"/>
            <a:ext cx="380853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CREATIVE PORTFOLIO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74616" y="4488052"/>
            <a:ext cx="14534271" cy="1927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39"/>
              </a:lnSpc>
              <a:spcBef>
                <a:spcPct val="0"/>
              </a:spcBef>
            </a:pPr>
            <a:r>
              <a:rPr lang="en-US" sz="9600" b="true">
                <a:solidFill>
                  <a:srgbClr val="FFFFFF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web developer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74616" y="5821566"/>
            <a:ext cx="10290538" cy="1927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39"/>
              </a:lnSpc>
              <a:spcBef>
                <a:spcPct val="0"/>
              </a:spcBef>
            </a:pPr>
            <a:r>
              <a:rPr lang="en-US" sz="9600" b="true">
                <a:solidFill>
                  <a:srgbClr val="FFFFFF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Portfolio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23549" y="7932236"/>
            <a:ext cx="4182156" cy="345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3"/>
              </a:lnSpc>
              <a:spcBef>
                <a:spcPct val="0"/>
              </a:spcBef>
            </a:pPr>
            <a:r>
              <a:rPr lang="en-US" b="true" sz="2045" spc="233">
                <a:solidFill>
                  <a:srgbClr val="27252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Mohan Raju TAMMU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522043" y="1279923"/>
            <a:ext cx="2853587" cy="2853587"/>
          </a:xfrm>
          <a:custGeom>
            <a:avLst/>
            <a:gdLst/>
            <a:ahLst/>
            <a:cxnLst/>
            <a:rect r="r" b="b" t="t" l="l"/>
            <a:pathLst>
              <a:path h="2853587" w="2853587">
                <a:moveTo>
                  <a:pt x="0" y="0"/>
                </a:moveTo>
                <a:lnTo>
                  <a:pt x="2853586" y="0"/>
                </a:lnTo>
                <a:lnTo>
                  <a:pt x="2853586" y="2853587"/>
                </a:lnTo>
                <a:lnTo>
                  <a:pt x="0" y="2853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0652052" y="-893712"/>
            <a:ext cx="2853587" cy="2853587"/>
          </a:xfrm>
          <a:custGeom>
            <a:avLst/>
            <a:gdLst/>
            <a:ahLst/>
            <a:cxnLst/>
            <a:rect r="r" b="b" t="t" l="l"/>
            <a:pathLst>
              <a:path h="2853587" w="2853587">
                <a:moveTo>
                  <a:pt x="0" y="0"/>
                </a:moveTo>
                <a:lnTo>
                  <a:pt x="2853587" y="0"/>
                </a:lnTo>
                <a:lnTo>
                  <a:pt x="2853587" y="2853587"/>
                </a:lnTo>
                <a:lnTo>
                  <a:pt x="0" y="28535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078846" y="3719392"/>
            <a:ext cx="5087294" cy="5671582"/>
            <a:chOff x="0" y="0"/>
            <a:chExt cx="788155" cy="87867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88155" cy="878677"/>
            </a:xfrm>
            <a:custGeom>
              <a:avLst/>
              <a:gdLst/>
              <a:ahLst/>
              <a:cxnLst/>
              <a:rect r="r" b="b" t="t" l="l"/>
              <a:pathLst>
                <a:path h="878677" w="788155">
                  <a:moveTo>
                    <a:pt x="0" y="0"/>
                  </a:moveTo>
                  <a:lnTo>
                    <a:pt x="788155" y="0"/>
                  </a:lnTo>
                  <a:lnTo>
                    <a:pt x="788155" y="878677"/>
                  </a:lnTo>
                  <a:lnTo>
                    <a:pt x="0" y="878677"/>
                  </a:lnTo>
                  <a:close/>
                </a:path>
              </a:pathLst>
            </a:custGeom>
            <a:blipFill>
              <a:blip r:embed="rId6"/>
              <a:stretch>
                <a:fillRect l="-5742" t="0" r="-5742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576566" y="9750309"/>
            <a:ext cx="214042" cy="21404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BDB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57054" y="9750309"/>
            <a:ext cx="214042" cy="21404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937542" y="9750309"/>
            <a:ext cx="214042" cy="21404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 flipH="true" flipV="true">
            <a:off x="562188" y="5471879"/>
            <a:ext cx="0" cy="899272"/>
          </a:xfrm>
          <a:prstGeom prst="line">
            <a:avLst/>
          </a:prstGeom>
          <a:ln cap="flat" w="114300">
            <a:solidFill>
              <a:srgbClr val="C4D65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562188" y="5801464"/>
            <a:ext cx="0" cy="569688"/>
          </a:xfrm>
          <a:prstGeom prst="line">
            <a:avLst/>
          </a:prstGeom>
          <a:ln cap="flat" w="114300">
            <a:solidFill>
              <a:srgbClr val="7E659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H="true" flipV="true">
            <a:off x="562188" y="5931041"/>
            <a:ext cx="0" cy="440111"/>
          </a:xfrm>
          <a:prstGeom prst="line">
            <a:avLst/>
          </a:prstGeom>
          <a:ln cap="flat" w="114300">
            <a:solidFill>
              <a:srgbClr val="F5944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561932" y="8494886"/>
            <a:ext cx="225368" cy="225368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BDB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1" id="21"/>
          <p:cNvSpPr/>
          <p:nvPr/>
        </p:nvSpPr>
        <p:spPr>
          <a:xfrm>
            <a:off x="1674616" y="8607570"/>
            <a:ext cx="5394231" cy="0"/>
          </a:xfrm>
          <a:prstGeom prst="line">
            <a:avLst/>
          </a:prstGeom>
          <a:ln cap="flat" w="38100">
            <a:solidFill>
              <a:srgbClr val="BDBDB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6956163" y="8494886"/>
            <a:ext cx="225368" cy="225368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BDBD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0455562" y="7473360"/>
            <a:ext cx="2539969" cy="2493787"/>
          </a:xfrm>
          <a:custGeom>
            <a:avLst/>
            <a:gdLst/>
            <a:ahLst/>
            <a:cxnLst/>
            <a:rect r="r" b="b" t="t" l="l"/>
            <a:pathLst>
              <a:path h="2493787" w="2539969">
                <a:moveTo>
                  <a:pt x="0" y="0"/>
                </a:moveTo>
                <a:lnTo>
                  <a:pt x="2539968" y="0"/>
                </a:lnTo>
                <a:lnTo>
                  <a:pt x="2539968" y="2493788"/>
                </a:lnTo>
                <a:lnTo>
                  <a:pt x="0" y="24937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674616" y="1572231"/>
            <a:ext cx="10404230" cy="1426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  <a:spcBef>
                <a:spcPct val="0"/>
              </a:spcBef>
            </a:pPr>
            <a:r>
              <a:rPr lang="en-US" sz="7200" b="true">
                <a:solidFill>
                  <a:srgbClr val="272526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Introduction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74616" y="3341030"/>
            <a:ext cx="9238595" cy="3030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53"/>
              </a:lnSpc>
              <a:spcBef>
                <a:spcPct val="0"/>
              </a:spcBef>
            </a:pPr>
            <a:r>
              <a:rPr lang="en-US" sz="2181">
                <a:solidFill>
                  <a:srgbClr val="272526"/>
                </a:solidFill>
                <a:latin typeface="Montserrat"/>
                <a:ea typeface="Montserrat"/>
                <a:cs typeface="Montserrat"/>
                <a:sym typeface="Montserrat"/>
              </a:rPr>
              <a:t>Hi, I'm Mohan Raju Tammu, a passionate Web Developer and technology enthusiast. I specialize in creating responsive, user-friendly, and modern websites using the latest web technologies. I enjoy transforming ideas into functional digital experiences and continuously expanding my skills in web development, cybersecurity, and emerging technologies such as Generative AI. As a lifelong learner, I am committed to building innovative solutions and growing as a professional in the tech industry.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2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21674" y="9239401"/>
            <a:ext cx="2853587" cy="2853587"/>
          </a:xfrm>
          <a:custGeom>
            <a:avLst/>
            <a:gdLst/>
            <a:ahLst/>
            <a:cxnLst/>
            <a:rect r="r" b="b" t="t" l="l"/>
            <a:pathLst>
              <a:path h="2853587" w="2853587">
                <a:moveTo>
                  <a:pt x="0" y="0"/>
                </a:moveTo>
                <a:lnTo>
                  <a:pt x="2853587" y="0"/>
                </a:lnTo>
                <a:lnTo>
                  <a:pt x="2853587" y="2853586"/>
                </a:lnTo>
                <a:lnTo>
                  <a:pt x="0" y="28535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90600" y="860742"/>
            <a:ext cx="6058516" cy="4534938"/>
            <a:chOff x="0" y="0"/>
            <a:chExt cx="938623" cy="7025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38623" cy="702581"/>
            </a:xfrm>
            <a:custGeom>
              <a:avLst/>
              <a:gdLst/>
              <a:ahLst/>
              <a:cxnLst/>
              <a:rect r="r" b="b" t="t" l="l"/>
              <a:pathLst>
                <a:path h="702581" w="938623">
                  <a:moveTo>
                    <a:pt x="0" y="0"/>
                  </a:moveTo>
                  <a:lnTo>
                    <a:pt x="938623" y="0"/>
                  </a:lnTo>
                  <a:lnTo>
                    <a:pt x="938623" y="702581"/>
                  </a:lnTo>
                  <a:lnTo>
                    <a:pt x="0" y="702581"/>
                  </a:lnTo>
                  <a:close/>
                </a:path>
              </a:pathLst>
            </a:custGeom>
            <a:blipFill>
              <a:blip r:embed="rId4"/>
              <a:stretch>
                <a:fillRect l="-6069" t="0" r="-6069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3812042" y="2476075"/>
            <a:ext cx="6380632" cy="6916706"/>
            <a:chOff x="0" y="0"/>
            <a:chExt cx="988527" cy="10715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88527" cy="1071579"/>
            </a:xfrm>
            <a:custGeom>
              <a:avLst/>
              <a:gdLst/>
              <a:ahLst/>
              <a:cxnLst/>
              <a:rect r="r" b="b" t="t" l="l"/>
              <a:pathLst>
                <a:path h="1071579" w="988527">
                  <a:moveTo>
                    <a:pt x="0" y="0"/>
                  </a:moveTo>
                  <a:lnTo>
                    <a:pt x="988527" y="0"/>
                  </a:lnTo>
                  <a:lnTo>
                    <a:pt x="988527" y="1071579"/>
                  </a:lnTo>
                  <a:lnTo>
                    <a:pt x="0" y="1071579"/>
                  </a:lnTo>
                  <a:close/>
                </a:path>
              </a:pathLst>
            </a:custGeom>
            <a:blipFill>
              <a:blip r:embed="rId5"/>
              <a:stretch>
                <a:fillRect l="-46658" t="0" r="-46658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576566" y="9750309"/>
            <a:ext cx="214042" cy="21404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BDB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257054" y="9750309"/>
            <a:ext cx="214042" cy="214042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937542" y="9750309"/>
            <a:ext cx="214042" cy="21404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6" id="16"/>
          <p:cNvSpPr/>
          <p:nvPr/>
        </p:nvSpPr>
        <p:spPr>
          <a:xfrm flipH="true" flipV="true">
            <a:off x="562188" y="5471879"/>
            <a:ext cx="0" cy="899272"/>
          </a:xfrm>
          <a:prstGeom prst="line">
            <a:avLst/>
          </a:prstGeom>
          <a:ln cap="flat" w="114300">
            <a:solidFill>
              <a:srgbClr val="C4D65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V="true">
            <a:off x="562188" y="5801464"/>
            <a:ext cx="0" cy="569688"/>
          </a:xfrm>
          <a:prstGeom prst="line">
            <a:avLst/>
          </a:prstGeom>
          <a:ln cap="flat" w="114300">
            <a:solidFill>
              <a:srgbClr val="7E659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H="true" flipV="true">
            <a:off x="562188" y="5931041"/>
            <a:ext cx="0" cy="440111"/>
          </a:xfrm>
          <a:prstGeom prst="line">
            <a:avLst/>
          </a:prstGeom>
          <a:ln cap="flat" w="114300">
            <a:solidFill>
              <a:srgbClr val="F594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2542058" y="6048454"/>
            <a:ext cx="2539969" cy="2493787"/>
          </a:xfrm>
          <a:custGeom>
            <a:avLst/>
            <a:gdLst/>
            <a:ahLst/>
            <a:cxnLst/>
            <a:rect r="r" b="b" t="t" l="l"/>
            <a:pathLst>
              <a:path h="2493787" w="2539969">
                <a:moveTo>
                  <a:pt x="0" y="0"/>
                </a:moveTo>
                <a:lnTo>
                  <a:pt x="2539968" y="0"/>
                </a:lnTo>
                <a:lnTo>
                  <a:pt x="2539968" y="2493788"/>
                </a:lnTo>
                <a:lnTo>
                  <a:pt x="0" y="24937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-5400000">
            <a:off x="-1361132" y="7628618"/>
            <a:ext cx="380853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CREATIVE PORTFOLIO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831761" y="494982"/>
            <a:ext cx="380853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CREATIVE PORTFOLIO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430627" y="1531195"/>
            <a:ext cx="6698821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b="true">
                <a:solidFill>
                  <a:srgbClr val="FFFFFF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Technical skillS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208732" y="2593311"/>
            <a:ext cx="5262364" cy="3216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3760" indent="-221880" lvl="1">
              <a:lnSpc>
                <a:spcPts val="2877"/>
              </a:lnSpc>
              <a:buFont typeface="Arial"/>
              <a:buChar char="•"/>
            </a:pPr>
            <a:r>
              <a:rPr lang="en-US" sz="205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HTML5</a:t>
            </a:r>
          </a:p>
          <a:p>
            <a:pPr algn="l" marL="443760" indent="-221880" lvl="1">
              <a:lnSpc>
                <a:spcPts val="2877"/>
              </a:lnSpc>
              <a:buFont typeface="Arial"/>
              <a:buChar char="•"/>
            </a:pPr>
            <a:r>
              <a:rPr lang="en-US" sz="205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205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SS3</a:t>
            </a:r>
          </a:p>
          <a:p>
            <a:pPr algn="l" marL="443760" indent="-221880" lvl="1">
              <a:lnSpc>
                <a:spcPts val="2877"/>
              </a:lnSpc>
              <a:buFont typeface="Arial"/>
              <a:buChar char="•"/>
            </a:pPr>
            <a:r>
              <a:rPr lang="en-US" sz="205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J</a:t>
            </a:r>
            <a:r>
              <a:rPr lang="en-US" sz="205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avaScript</a:t>
            </a:r>
          </a:p>
          <a:p>
            <a:pPr algn="l" marL="443760" indent="-221880" lvl="1">
              <a:lnSpc>
                <a:spcPts val="2877"/>
              </a:lnSpc>
              <a:buFont typeface="Arial"/>
              <a:buChar char="•"/>
            </a:pPr>
            <a:r>
              <a:rPr lang="en-US" sz="205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205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esponsive Web Design</a:t>
            </a:r>
          </a:p>
          <a:p>
            <a:pPr algn="l" marL="443760" indent="-221880" lvl="1">
              <a:lnSpc>
                <a:spcPts val="2877"/>
              </a:lnSpc>
              <a:buFont typeface="Arial"/>
              <a:buChar char="•"/>
            </a:pPr>
            <a:r>
              <a:rPr lang="en-US" sz="205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r>
              <a:rPr lang="en-US" sz="205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ootstrap</a:t>
            </a:r>
          </a:p>
          <a:p>
            <a:pPr algn="l" marL="443760" indent="-221880" lvl="1">
              <a:lnSpc>
                <a:spcPts val="2877"/>
              </a:lnSpc>
              <a:buFont typeface="Arial"/>
              <a:buChar char="•"/>
            </a:pPr>
            <a:r>
              <a:rPr lang="en-US" sz="205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205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eact.js (if learning)</a:t>
            </a:r>
          </a:p>
          <a:p>
            <a:pPr algn="l" marL="443760" indent="-221880" lvl="1">
              <a:lnSpc>
                <a:spcPts val="2877"/>
              </a:lnSpc>
              <a:buFont typeface="Arial"/>
              <a:buChar char="•"/>
            </a:pPr>
            <a:r>
              <a:rPr lang="en-US" sz="205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</a:t>
            </a:r>
            <a:r>
              <a:rPr lang="en-US" sz="205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it &amp; GitHub</a:t>
            </a:r>
          </a:p>
          <a:p>
            <a:pPr algn="l" marL="443760" indent="-221880" lvl="1">
              <a:lnSpc>
                <a:spcPts val="2877"/>
              </a:lnSpc>
              <a:buFont typeface="Arial"/>
              <a:buChar char="•"/>
            </a:pPr>
            <a:r>
              <a:rPr lang="en-US" sz="205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</a:t>
            </a:r>
            <a:r>
              <a:rPr lang="en-US" sz="205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ebsite Deployment</a:t>
            </a:r>
          </a:p>
          <a:p>
            <a:pPr algn="l" marL="443760" indent="-221880" lvl="1">
              <a:lnSpc>
                <a:spcPts val="2877"/>
              </a:lnSpc>
              <a:spcBef>
                <a:spcPct val="0"/>
              </a:spcBef>
              <a:buFont typeface="Arial"/>
              <a:buChar char="•"/>
            </a:pPr>
            <a:r>
              <a:rPr lang="en-US" sz="205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r>
              <a:rPr lang="en-US" sz="205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I/UX Fundamentals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380390" y="6880569"/>
            <a:ext cx="5196176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VISUAL STUDIO CODE ( VS CODE )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CANVA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FIGMA</a:t>
            </a:r>
          </a:p>
          <a:p>
            <a:pPr algn="l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GITHUB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430627" y="6020059"/>
            <a:ext cx="1654016" cy="621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4"/>
              </a:lnSpc>
            </a:pPr>
            <a:r>
              <a:rPr lang="en-US" sz="366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TOOLS</a:t>
            </a:r>
            <a:r>
              <a:rPr lang="en-US" b="true" sz="366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797931" y="-893712"/>
            <a:ext cx="2853587" cy="2853587"/>
          </a:xfrm>
          <a:custGeom>
            <a:avLst/>
            <a:gdLst/>
            <a:ahLst/>
            <a:cxnLst/>
            <a:rect r="r" b="b" t="t" l="l"/>
            <a:pathLst>
              <a:path h="2853587" w="2853587">
                <a:moveTo>
                  <a:pt x="0" y="0"/>
                </a:moveTo>
                <a:lnTo>
                  <a:pt x="2853587" y="0"/>
                </a:lnTo>
                <a:lnTo>
                  <a:pt x="2853587" y="2853587"/>
                </a:lnTo>
                <a:lnTo>
                  <a:pt x="0" y="2853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8211564" y="8764565"/>
            <a:ext cx="2853587" cy="2853587"/>
          </a:xfrm>
          <a:custGeom>
            <a:avLst/>
            <a:gdLst/>
            <a:ahLst/>
            <a:cxnLst/>
            <a:rect r="r" b="b" t="t" l="l"/>
            <a:pathLst>
              <a:path h="2853587" w="2853587">
                <a:moveTo>
                  <a:pt x="0" y="0"/>
                </a:moveTo>
                <a:lnTo>
                  <a:pt x="2853587" y="0"/>
                </a:lnTo>
                <a:lnTo>
                  <a:pt x="2853587" y="2853587"/>
                </a:lnTo>
                <a:lnTo>
                  <a:pt x="0" y="28535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047717" y="860742"/>
            <a:ext cx="6383033" cy="3676314"/>
            <a:chOff x="0" y="0"/>
            <a:chExt cx="988899" cy="5695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88899" cy="569557"/>
            </a:xfrm>
            <a:custGeom>
              <a:avLst/>
              <a:gdLst/>
              <a:ahLst/>
              <a:cxnLst/>
              <a:rect r="r" b="b" t="t" l="l"/>
              <a:pathLst>
                <a:path h="569557" w="988899">
                  <a:moveTo>
                    <a:pt x="0" y="0"/>
                  </a:moveTo>
                  <a:lnTo>
                    <a:pt x="988899" y="0"/>
                  </a:lnTo>
                  <a:lnTo>
                    <a:pt x="988899" y="569557"/>
                  </a:lnTo>
                  <a:lnTo>
                    <a:pt x="0" y="569557"/>
                  </a:lnTo>
                  <a:close/>
                </a:path>
              </a:pathLst>
            </a:custGeom>
            <a:blipFill>
              <a:blip r:embed="rId6"/>
              <a:stretch>
                <a:fillRect l="0" t="-80300" r="0" b="-8030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047717" y="5848010"/>
            <a:ext cx="6383033" cy="3676314"/>
            <a:chOff x="0" y="0"/>
            <a:chExt cx="988899" cy="5695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88899" cy="569557"/>
            </a:xfrm>
            <a:custGeom>
              <a:avLst/>
              <a:gdLst/>
              <a:ahLst/>
              <a:cxnLst/>
              <a:rect r="r" b="b" t="t" l="l"/>
              <a:pathLst>
                <a:path h="569557" w="988899">
                  <a:moveTo>
                    <a:pt x="0" y="0"/>
                  </a:moveTo>
                  <a:lnTo>
                    <a:pt x="988899" y="0"/>
                  </a:lnTo>
                  <a:lnTo>
                    <a:pt x="988899" y="569557"/>
                  </a:lnTo>
                  <a:lnTo>
                    <a:pt x="0" y="569557"/>
                  </a:lnTo>
                  <a:close/>
                </a:path>
              </a:pathLst>
            </a:custGeom>
            <a:blipFill>
              <a:blip r:embed="rId7"/>
              <a:stretch>
                <a:fillRect l="0" t="-7839" r="0" b="-783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935033" y="5079849"/>
            <a:ext cx="225368" cy="22536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BDB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11047717" y="5192533"/>
            <a:ext cx="6383033" cy="0"/>
          </a:xfrm>
          <a:prstGeom prst="line">
            <a:avLst/>
          </a:prstGeom>
          <a:ln cap="flat" w="38100">
            <a:solidFill>
              <a:srgbClr val="BDBDB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7318066" y="5079849"/>
            <a:ext cx="225368" cy="22536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BDB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576566" y="9750309"/>
            <a:ext cx="214042" cy="21404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BDB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257054" y="9750309"/>
            <a:ext cx="214042" cy="214042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6937542" y="9750309"/>
            <a:ext cx="214042" cy="214042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4" id="24"/>
          <p:cNvSpPr/>
          <p:nvPr/>
        </p:nvSpPr>
        <p:spPr>
          <a:xfrm flipH="true" flipV="true">
            <a:off x="562188" y="5471879"/>
            <a:ext cx="0" cy="899272"/>
          </a:xfrm>
          <a:prstGeom prst="line">
            <a:avLst/>
          </a:prstGeom>
          <a:ln cap="flat" w="114300">
            <a:solidFill>
              <a:srgbClr val="C4D65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flipV="true">
            <a:off x="562188" y="5801464"/>
            <a:ext cx="0" cy="569688"/>
          </a:xfrm>
          <a:prstGeom prst="line">
            <a:avLst/>
          </a:prstGeom>
          <a:ln cap="flat" w="114300">
            <a:solidFill>
              <a:srgbClr val="7E659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flipH="true" flipV="true">
            <a:off x="562188" y="5931041"/>
            <a:ext cx="0" cy="440111"/>
          </a:xfrm>
          <a:prstGeom prst="line">
            <a:avLst/>
          </a:prstGeom>
          <a:ln cap="flat" w="114300">
            <a:solidFill>
              <a:srgbClr val="F594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1674616" y="1572231"/>
            <a:ext cx="8137287" cy="1426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  <a:spcBef>
                <a:spcPct val="0"/>
              </a:spcBef>
            </a:pPr>
            <a:r>
              <a:rPr lang="en-US" sz="7200" b="true">
                <a:solidFill>
                  <a:srgbClr val="272526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Goals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848161" y="2951451"/>
            <a:ext cx="7963742" cy="513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75"/>
              </a:lnSpc>
              <a:spcBef>
                <a:spcPct val="0"/>
              </a:spcBef>
            </a:pPr>
            <a:r>
              <a:rPr lang="en-US" sz="2268">
                <a:solidFill>
                  <a:srgbClr val="272526"/>
                </a:solidFill>
                <a:latin typeface="Montserrat"/>
                <a:ea typeface="Montserrat"/>
                <a:cs typeface="Montserrat"/>
                <a:sym typeface="Montserrat"/>
              </a:rPr>
              <a:t>My goal as a Web Developer is to create modern, responsive, and user-friendly websites that provide excellent user experiences. I aim to continuously improve my technical skills, stay updated with the latest web technologies, and develop innovative digital solutions that solve real-world problems. I am passionate about learning new technologies, including Cybersecurity and Generative AI, to expand my expertise and build secure, efficient, and impactful web applications. Through dedication, creativity, and continuous learning, I aspire to grow into a highly skilled technology professional and contribute to the advancement of the digital world.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2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1426793" y="6097791"/>
            <a:ext cx="2853587" cy="2853587"/>
          </a:xfrm>
          <a:custGeom>
            <a:avLst/>
            <a:gdLst/>
            <a:ahLst/>
            <a:cxnLst/>
            <a:rect r="r" b="b" t="t" l="l"/>
            <a:pathLst>
              <a:path h="2853587" w="2853587">
                <a:moveTo>
                  <a:pt x="0" y="0"/>
                </a:moveTo>
                <a:lnTo>
                  <a:pt x="2853586" y="0"/>
                </a:lnTo>
                <a:lnTo>
                  <a:pt x="2853586" y="2853587"/>
                </a:lnTo>
                <a:lnTo>
                  <a:pt x="0" y="2853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009650" y="-1611332"/>
            <a:ext cx="2853587" cy="2853587"/>
          </a:xfrm>
          <a:custGeom>
            <a:avLst/>
            <a:gdLst/>
            <a:ahLst/>
            <a:cxnLst/>
            <a:rect r="r" b="b" t="t" l="l"/>
            <a:pathLst>
              <a:path h="2853587" w="2853587">
                <a:moveTo>
                  <a:pt x="0" y="0"/>
                </a:moveTo>
                <a:lnTo>
                  <a:pt x="2853587" y="0"/>
                </a:lnTo>
                <a:lnTo>
                  <a:pt x="2853587" y="2853587"/>
                </a:lnTo>
                <a:lnTo>
                  <a:pt x="0" y="28535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6955967" y="5433779"/>
            <a:ext cx="2853587" cy="2853587"/>
          </a:xfrm>
          <a:custGeom>
            <a:avLst/>
            <a:gdLst/>
            <a:ahLst/>
            <a:cxnLst/>
            <a:rect r="r" b="b" t="t" l="l"/>
            <a:pathLst>
              <a:path h="2853587" w="2853587">
                <a:moveTo>
                  <a:pt x="0" y="0"/>
                </a:moveTo>
                <a:lnTo>
                  <a:pt x="2853587" y="0"/>
                </a:lnTo>
                <a:lnTo>
                  <a:pt x="2853587" y="2853587"/>
                </a:lnTo>
                <a:lnTo>
                  <a:pt x="0" y="28535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2002134" y="971131"/>
            <a:ext cx="4572833" cy="4550335"/>
            <a:chOff x="0" y="0"/>
            <a:chExt cx="660400" cy="6571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657151"/>
            </a:xfrm>
            <a:custGeom>
              <a:avLst/>
              <a:gdLst/>
              <a:ahLst/>
              <a:cxnLst/>
              <a:rect r="r" b="b" t="t" l="l"/>
              <a:pathLst>
                <a:path h="657151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5045"/>
                  </a:cubicBezTo>
                  <a:lnTo>
                    <a:pt x="660400" y="657151"/>
                  </a:lnTo>
                  <a:lnTo>
                    <a:pt x="0" y="657151"/>
                  </a:lnTo>
                  <a:lnTo>
                    <a:pt x="0" y="32529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blipFill>
              <a:blip r:embed="rId8"/>
              <a:stretch>
                <a:fillRect l="-32677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002134" y="5902466"/>
            <a:ext cx="4572833" cy="2918912"/>
            <a:chOff x="0" y="0"/>
            <a:chExt cx="708451" cy="4522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8451" cy="452216"/>
            </a:xfrm>
            <a:custGeom>
              <a:avLst/>
              <a:gdLst/>
              <a:ahLst/>
              <a:cxnLst/>
              <a:rect r="r" b="b" t="t" l="l"/>
              <a:pathLst>
                <a:path h="452216" w="708451">
                  <a:moveTo>
                    <a:pt x="0" y="0"/>
                  </a:moveTo>
                  <a:lnTo>
                    <a:pt x="708451" y="0"/>
                  </a:lnTo>
                  <a:lnTo>
                    <a:pt x="708451" y="452216"/>
                  </a:lnTo>
                  <a:lnTo>
                    <a:pt x="0" y="452216"/>
                  </a:lnTo>
                  <a:close/>
                </a:path>
              </a:pathLst>
            </a:custGeom>
            <a:blipFill>
              <a:blip r:embed="rId9"/>
              <a:stretch>
                <a:fillRect l="-2320" t="0" r="-232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889450" y="9202766"/>
            <a:ext cx="225368" cy="22536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 flipV="true">
            <a:off x="12002134" y="9315450"/>
            <a:ext cx="4572833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6462283" y="9202766"/>
            <a:ext cx="225368" cy="225368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576566" y="9750309"/>
            <a:ext cx="214042" cy="214042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BDB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7257054" y="9750309"/>
            <a:ext cx="214042" cy="214042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937542" y="9750309"/>
            <a:ext cx="214042" cy="214042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5" id="25"/>
          <p:cNvSpPr/>
          <p:nvPr/>
        </p:nvSpPr>
        <p:spPr>
          <a:xfrm flipH="true" flipV="true">
            <a:off x="562188" y="5471879"/>
            <a:ext cx="0" cy="899272"/>
          </a:xfrm>
          <a:prstGeom prst="line">
            <a:avLst/>
          </a:prstGeom>
          <a:ln cap="flat" w="114300">
            <a:solidFill>
              <a:srgbClr val="C4D65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flipV="true">
            <a:off x="562188" y="5801464"/>
            <a:ext cx="0" cy="569688"/>
          </a:xfrm>
          <a:prstGeom prst="line">
            <a:avLst/>
          </a:prstGeom>
          <a:ln cap="flat" w="114300">
            <a:solidFill>
              <a:srgbClr val="7E659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flipH="true" flipV="true">
            <a:off x="562188" y="5931041"/>
            <a:ext cx="0" cy="440111"/>
          </a:xfrm>
          <a:prstGeom prst="line">
            <a:avLst/>
          </a:prstGeom>
          <a:ln cap="flat" w="114300">
            <a:solidFill>
              <a:srgbClr val="F594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3048627" y="1686531"/>
            <a:ext cx="8953507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b="true">
                <a:solidFill>
                  <a:srgbClr val="FFFFFF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Project Overview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048627" y="2788066"/>
            <a:ext cx="7922326" cy="2125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58"/>
              </a:lnSpc>
            </a:pPr>
            <a:r>
              <a:rPr lang="en-US" sz="204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JPNCE COLLEGE ASSISTANT  </a:t>
            </a:r>
          </a:p>
          <a:p>
            <a:pPr algn="just">
              <a:lnSpc>
                <a:spcPts val="2858"/>
              </a:lnSpc>
            </a:pPr>
            <a:r>
              <a:rPr lang="en-US" sz="204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Brief overview of the website purpose:</a:t>
            </a:r>
          </a:p>
          <a:p>
            <a:pPr algn="just">
              <a:lnSpc>
                <a:spcPts val="2858"/>
              </a:lnSpc>
            </a:pPr>
            <a:r>
              <a:rPr lang="en-US" sz="204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 support students &amp; visitors with instant information.</a:t>
            </a:r>
          </a:p>
          <a:p>
            <a:pPr algn="just">
              <a:lnSpc>
                <a:spcPts val="2858"/>
              </a:lnSpc>
            </a:pPr>
            <a:r>
              <a:rPr lang="en-US" sz="204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AI chatbot serves as a conversational guide for college related questions.</a:t>
            </a:r>
          </a:p>
          <a:p>
            <a:pPr algn="just">
              <a:lnSpc>
                <a:spcPts val="2858"/>
              </a:lnSpc>
              <a:spcBef>
                <a:spcPct val="0"/>
              </a:spcBef>
            </a:pPr>
            <a:r>
              <a:rPr lang="en-US" sz="204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Focus on user-friendly interface + real-time response.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650147" y="5139872"/>
            <a:ext cx="8970987" cy="791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1"/>
              </a:lnSpc>
              <a:spcBef>
                <a:spcPct val="0"/>
              </a:spcBef>
            </a:pPr>
            <a:r>
              <a:rPr lang="en-US" sz="3972" b="true">
                <a:solidFill>
                  <a:srgbClr val="FFFFFF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Software Reqiurements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174477" y="6135265"/>
            <a:ext cx="7922326" cy="1412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58"/>
              </a:lnSpc>
            </a:pPr>
            <a:r>
              <a:rPr lang="en-US" sz="204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Frontend: HTML, CSS, JavaScript</a:t>
            </a:r>
          </a:p>
          <a:p>
            <a:pPr algn="just">
              <a:lnSpc>
                <a:spcPts val="2858"/>
              </a:lnSpc>
            </a:pPr>
            <a:r>
              <a:rPr lang="en-US" sz="204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Backend: Python (Flask or similar)</a:t>
            </a:r>
          </a:p>
          <a:p>
            <a:pPr algn="just">
              <a:lnSpc>
                <a:spcPts val="2858"/>
              </a:lnSpc>
              <a:spcBef>
                <a:spcPct val="0"/>
              </a:spcBef>
            </a:pPr>
            <a:r>
              <a:rPr lang="en-US" sz="204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Chatbot Engine: AI/JS le.g.backend or trained model) Used a default local device memory and processor as server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326877" y="7700181"/>
            <a:ext cx="7922326" cy="348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58"/>
              </a:lnSpc>
              <a:spcBef>
                <a:spcPct val="0"/>
              </a:spcBef>
            </a:pPr>
            <a:r>
              <a:rPr lang="en-US" sz="2041" u="sng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hlinkClick r:id="rId10" tooltip="https://jpnceassistant.ccbp.tech"/>
              </a:rPr>
              <a:t>WEB SITE LINK :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315462" y="8041689"/>
            <a:ext cx="6153111" cy="574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3"/>
              </a:lnSpc>
            </a:pPr>
            <a:r>
              <a:rPr lang="en-US" sz="3266" u="sng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  <a:hlinkClick r:id="rId11" tooltip="https://jpnceassistant.ccbp.tech"/>
              </a:rPr>
              <a:t>https://jpnceassistant.ccbp.tech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2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009650" y="-1611332"/>
            <a:ext cx="2853587" cy="2853587"/>
          </a:xfrm>
          <a:custGeom>
            <a:avLst/>
            <a:gdLst/>
            <a:ahLst/>
            <a:cxnLst/>
            <a:rect r="r" b="b" t="t" l="l"/>
            <a:pathLst>
              <a:path h="2853587" w="2853587">
                <a:moveTo>
                  <a:pt x="0" y="0"/>
                </a:moveTo>
                <a:lnTo>
                  <a:pt x="2853587" y="0"/>
                </a:lnTo>
                <a:lnTo>
                  <a:pt x="2853587" y="2853587"/>
                </a:lnTo>
                <a:lnTo>
                  <a:pt x="0" y="2853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6955967" y="5433779"/>
            <a:ext cx="2853587" cy="2853587"/>
          </a:xfrm>
          <a:custGeom>
            <a:avLst/>
            <a:gdLst/>
            <a:ahLst/>
            <a:cxnLst/>
            <a:rect r="r" b="b" t="t" l="l"/>
            <a:pathLst>
              <a:path h="2853587" w="2853587">
                <a:moveTo>
                  <a:pt x="0" y="0"/>
                </a:moveTo>
                <a:lnTo>
                  <a:pt x="2853587" y="0"/>
                </a:lnTo>
                <a:lnTo>
                  <a:pt x="2853587" y="2853587"/>
                </a:lnTo>
                <a:lnTo>
                  <a:pt x="0" y="28535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002134" y="5902466"/>
            <a:ext cx="4572833" cy="2918912"/>
            <a:chOff x="0" y="0"/>
            <a:chExt cx="708451" cy="4522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08451" cy="452216"/>
            </a:xfrm>
            <a:custGeom>
              <a:avLst/>
              <a:gdLst/>
              <a:ahLst/>
              <a:cxnLst/>
              <a:rect r="r" b="b" t="t" l="l"/>
              <a:pathLst>
                <a:path h="452216" w="708451">
                  <a:moveTo>
                    <a:pt x="0" y="0"/>
                  </a:moveTo>
                  <a:lnTo>
                    <a:pt x="708451" y="0"/>
                  </a:lnTo>
                  <a:lnTo>
                    <a:pt x="708451" y="452216"/>
                  </a:lnTo>
                  <a:lnTo>
                    <a:pt x="0" y="452216"/>
                  </a:lnTo>
                  <a:close/>
                </a:path>
              </a:pathLst>
            </a:custGeom>
            <a:blipFill>
              <a:blip r:embed="rId6"/>
              <a:stretch>
                <a:fillRect l="0" t="-5321" r="0" b="-532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048151" y="5902466"/>
            <a:ext cx="4572833" cy="2918912"/>
            <a:chOff x="0" y="0"/>
            <a:chExt cx="708451" cy="4522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8451" cy="452216"/>
            </a:xfrm>
            <a:custGeom>
              <a:avLst/>
              <a:gdLst/>
              <a:ahLst/>
              <a:cxnLst/>
              <a:rect r="r" b="b" t="t" l="l"/>
              <a:pathLst>
                <a:path h="452216" w="708451">
                  <a:moveTo>
                    <a:pt x="0" y="0"/>
                  </a:moveTo>
                  <a:lnTo>
                    <a:pt x="708451" y="0"/>
                  </a:lnTo>
                  <a:lnTo>
                    <a:pt x="708451" y="452216"/>
                  </a:lnTo>
                  <a:lnTo>
                    <a:pt x="0" y="452216"/>
                  </a:lnTo>
                  <a:close/>
                </a:path>
              </a:pathLst>
            </a:custGeom>
            <a:blipFill>
              <a:blip r:embed="rId7"/>
              <a:stretch>
                <a:fillRect l="0" t="-10510" r="0" b="-1051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094318" y="5902466"/>
            <a:ext cx="4572833" cy="2918912"/>
            <a:chOff x="0" y="0"/>
            <a:chExt cx="708451" cy="4522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8451" cy="452216"/>
            </a:xfrm>
            <a:custGeom>
              <a:avLst/>
              <a:gdLst/>
              <a:ahLst/>
              <a:cxnLst/>
              <a:rect r="r" b="b" t="t" l="l"/>
              <a:pathLst>
                <a:path h="452216" w="708451">
                  <a:moveTo>
                    <a:pt x="0" y="0"/>
                  </a:moveTo>
                  <a:lnTo>
                    <a:pt x="708451" y="0"/>
                  </a:lnTo>
                  <a:lnTo>
                    <a:pt x="708451" y="452216"/>
                  </a:lnTo>
                  <a:lnTo>
                    <a:pt x="0" y="452216"/>
                  </a:lnTo>
                  <a:close/>
                </a:path>
              </a:pathLst>
            </a:custGeom>
            <a:blipFill>
              <a:blip r:embed="rId8"/>
              <a:stretch>
                <a:fillRect l="0" t="-10510" r="0" b="-1051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89450" y="9202766"/>
            <a:ext cx="225368" cy="225368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 flipV="true">
            <a:off x="12002134" y="9315450"/>
            <a:ext cx="4572833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6462283" y="9202766"/>
            <a:ext cx="225368" cy="22536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576566" y="9750309"/>
            <a:ext cx="214042" cy="21404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BDB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257054" y="9750309"/>
            <a:ext cx="214042" cy="21404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937542" y="9750309"/>
            <a:ext cx="214042" cy="214042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6" id="26"/>
          <p:cNvSpPr/>
          <p:nvPr/>
        </p:nvSpPr>
        <p:spPr>
          <a:xfrm flipH="true" flipV="true">
            <a:off x="562188" y="5471879"/>
            <a:ext cx="0" cy="899272"/>
          </a:xfrm>
          <a:prstGeom prst="line">
            <a:avLst/>
          </a:prstGeom>
          <a:ln cap="flat" w="114300">
            <a:solidFill>
              <a:srgbClr val="C4D65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flipV="true">
            <a:off x="562188" y="5801464"/>
            <a:ext cx="0" cy="569688"/>
          </a:xfrm>
          <a:prstGeom prst="line">
            <a:avLst/>
          </a:prstGeom>
          <a:ln cap="flat" w="114300">
            <a:solidFill>
              <a:srgbClr val="7E659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H="true" flipV="true">
            <a:off x="562188" y="5931041"/>
            <a:ext cx="0" cy="440111"/>
          </a:xfrm>
          <a:prstGeom prst="line">
            <a:avLst/>
          </a:prstGeom>
          <a:ln cap="flat" w="114300">
            <a:solidFill>
              <a:srgbClr val="F594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3024169" y="1421890"/>
            <a:ext cx="10386343" cy="800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7"/>
              </a:lnSpc>
              <a:spcBef>
                <a:spcPct val="0"/>
              </a:spcBef>
            </a:pPr>
            <a:r>
              <a:rPr lang="en-US" sz="4034" b="true">
                <a:solidFill>
                  <a:srgbClr val="FFFFFF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Documentation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114818" y="1917385"/>
            <a:ext cx="4572833" cy="2918912"/>
            <a:chOff x="0" y="0"/>
            <a:chExt cx="708451" cy="45221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08451" cy="452216"/>
            </a:xfrm>
            <a:custGeom>
              <a:avLst/>
              <a:gdLst/>
              <a:ahLst/>
              <a:cxnLst/>
              <a:rect r="r" b="b" t="t" l="l"/>
              <a:pathLst>
                <a:path h="452216" w="708451">
                  <a:moveTo>
                    <a:pt x="0" y="0"/>
                  </a:moveTo>
                  <a:lnTo>
                    <a:pt x="708451" y="0"/>
                  </a:lnTo>
                  <a:lnTo>
                    <a:pt x="708451" y="452216"/>
                  </a:lnTo>
                  <a:lnTo>
                    <a:pt x="0" y="452216"/>
                  </a:lnTo>
                  <a:close/>
                </a:path>
              </a:pathLst>
            </a:custGeom>
            <a:blipFill>
              <a:blip r:embed="rId9"/>
              <a:stretch>
                <a:fillRect l="0" t="-3069" r="0" b="-3069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736828" y="2010571"/>
            <a:ext cx="9860646" cy="313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4"/>
              </a:lnSpc>
              <a:spcBef>
                <a:spcPct val="0"/>
              </a:spcBef>
            </a:pPr>
          </a:p>
          <a:p>
            <a:pPr algn="ctr">
              <a:lnSpc>
                <a:spcPts val="2744"/>
              </a:lnSpc>
              <a:spcBef>
                <a:spcPct val="0"/>
              </a:spcBef>
            </a:pPr>
            <a:r>
              <a:rPr lang="en-US" b="true" sz="196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"I am Mohan Raju Tammu, a passionate Web Developer and Cybersecurity learner. I have successfully completed professional certification programs from Google, IBM, Tata, and HP Foundation, which have strengthened my knowledge in technology, digital skills, problem-solving, and emerging technologies. These certifications reflect my commitment to continuous learning and professional growth. Alongside my web development journey, I am expanding my expertise in cybersecurity and Generative AI to stay updated with the latest industry trends and build innovative technology solutions for the future."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2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181100" y="8123980"/>
            <a:ext cx="2853587" cy="2853587"/>
          </a:xfrm>
          <a:custGeom>
            <a:avLst/>
            <a:gdLst/>
            <a:ahLst/>
            <a:cxnLst/>
            <a:rect r="r" b="b" t="t" l="l"/>
            <a:pathLst>
              <a:path h="2853587" w="2853587">
                <a:moveTo>
                  <a:pt x="0" y="0"/>
                </a:moveTo>
                <a:lnTo>
                  <a:pt x="2853587" y="0"/>
                </a:lnTo>
                <a:lnTo>
                  <a:pt x="2853587" y="2853586"/>
                </a:lnTo>
                <a:lnTo>
                  <a:pt x="0" y="28535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13998" y="-1135909"/>
            <a:ext cx="2853587" cy="2853587"/>
          </a:xfrm>
          <a:custGeom>
            <a:avLst/>
            <a:gdLst/>
            <a:ahLst/>
            <a:cxnLst/>
            <a:rect r="r" b="b" t="t" l="l"/>
            <a:pathLst>
              <a:path h="2853587" w="2853587">
                <a:moveTo>
                  <a:pt x="0" y="0"/>
                </a:moveTo>
                <a:lnTo>
                  <a:pt x="2853587" y="0"/>
                </a:lnTo>
                <a:lnTo>
                  <a:pt x="2853587" y="2853586"/>
                </a:lnTo>
                <a:lnTo>
                  <a:pt x="0" y="28535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552960" y="471859"/>
            <a:ext cx="4745959" cy="8349518"/>
            <a:chOff x="0" y="0"/>
            <a:chExt cx="660400" cy="11618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0400" cy="1161835"/>
            </a:xfrm>
            <a:custGeom>
              <a:avLst/>
              <a:gdLst/>
              <a:ahLst/>
              <a:cxnLst/>
              <a:rect r="r" b="b" t="t" l="l"/>
              <a:pathLst>
                <a:path h="1161835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6255"/>
                  </a:cubicBezTo>
                  <a:lnTo>
                    <a:pt x="660400" y="1161835"/>
                  </a:lnTo>
                  <a:lnTo>
                    <a:pt x="0" y="1161835"/>
                  </a:lnTo>
                  <a:lnTo>
                    <a:pt x="0" y="336868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blipFill>
              <a:blip r:embed="rId6"/>
              <a:stretch>
                <a:fillRect l="-107912" t="0" r="-107912" b="3004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440276" y="9202766"/>
            <a:ext cx="225368" cy="22536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10552960" y="9315450"/>
            <a:ext cx="4745959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5186235" y="9202766"/>
            <a:ext cx="225368" cy="225368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576566" y="9750309"/>
            <a:ext cx="214042" cy="21404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BDB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257054" y="9750309"/>
            <a:ext cx="214042" cy="214042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ED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937542" y="9750309"/>
            <a:ext cx="214042" cy="214042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2" id="22"/>
          <p:cNvSpPr/>
          <p:nvPr/>
        </p:nvSpPr>
        <p:spPr>
          <a:xfrm flipH="true" flipV="true">
            <a:off x="562188" y="5471879"/>
            <a:ext cx="0" cy="899272"/>
          </a:xfrm>
          <a:prstGeom prst="line">
            <a:avLst/>
          </a:prstGeom>
          <a:ln cap="flat" w="114300">
            <a:solidFill>
              <a:srgbClr val="C4D65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flipV="true">
            <a:off x="562188" y="5801464"/>
            <a:ext cx="0" cy="569688"/>
          </a:xfrm>
          <a:prstGeom prst="line">
            <a:avLst/>
          </a:prstGeom>
          <a:ln cap="flat" w="114300">
            <a:solidFill>
              <a:srgbClr val="7E659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flipH="true" flipV="true">
            <a:off x="562188" y="5931041"/>
            <a:ext cx="0" cy="440111"/>
          </a:xfrm>
          <a:prstGeom prst="line">
            <a:avLst/>
          </a:prstGeom>
          <a:ln cap="flat" w="114300">
            <a:solidFill>
              <a:srgbClr val="F5944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1674616" y="7816260"/>
            <a:ext cx="3480023" cy="605914"/>
            <a:chOff x="0" y="0"/>
            <a:chExt cx="916549" cy="15958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6549" cy="159582"/>
            </a:xfrm>
            <a:custGeom>
              <a:avLst/>
              <a:gdLst/>
              <a:ahLst/>
              <a:cxnLst/>
              <a:rect r="r" b="b" t="t" l="l"/>
              <a:pathLst>
                <a:path h="159582" w="916549">
                  <a:moveTo>
                    <a:pt x="22247" y="0"/>
                  </a:moveTo>
                  <a:lnTo>
                    <a:pt x="894302" y="0"/>
                  </a:lnTo>
                  <a:cubicBezTo>
                    <a:pt x="900203" y="0"/>
                    <a:pt x="905861" y="2344"/>
                    <a:pt x="910033" y="6516"/>
                  </a:cubicBezTo>
                  <a:cubicBezTo>
                    <a:pt x="914205" y="10688"/>
                    <a:pt x="916549" y="16347"/>
                    <a:pt x="916549" y="22247"/>
                  </a:cubicBezTo>
                  <a:lnTo>
                    <a:pt x="916549" y="137335"/>
                  </a:lnTo>
                  <a:cubicBezTo>
                    <a:pt x="916549" y="143236"/>
                    <a:pt x="914205" y="148894"/>
                    <a:pt x="910033" y="153066"/>
                  </a:cubicBezTo>
                  <a:cubicBezTo>
                    <a:pt x="905861" y="157238"/>
                    <a:pt x="900203" y="159582"/>
                    <a:pt x="894302" y="159582"/>
                  </a:cubicBezTo>
                  <a:lnTo>
                    <a:pt x="22247" y="159582"/>
                  </a:lnTo>
                  <a:cubicBezTo>
                    <a:pt x="16347" y="159582"/>
                    <a:pt x="10688" y="157238"/>
                    <a:pt x="6516" y="153066"/>
                  </a:cubicBezTo>
                  <a:cubicBezTo>
                    <a:pt x="2344" y="148894"/>
                    <a:pt x="0" y="143236"/>
                    <a:pt x="0" y="137335"/>
                  </a:cubicBezTo>
                  <a:lnTo>
                    <a:pt x="0" y="22247"/>
                  </a:lnTo>
                  <a:cubicBezTo>
                    <a:pt x="0" y="16347"/>
                    <a:pt x="2344" y="10688"/>
                    <a:pt x="6516" y="6516"/>
                  </a:cubicBezTo>
                  <a:cubicBezTo>
                    <a:pt x="10688" y="2344"/>
                    <a:pt x="16347" y="0"/>
                    <a:pt x="2224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916549" cy="1976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3831761" y="494982"/>
            <a:ext cx="380853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CREATIVE PORTFOLIO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74616" y="4488052"/>
            <a:ext cx="14534271" cy="1927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39"/>
              </a:lnSpc>
              <a:spcBef>
                <a:spcPct val="0"/>
              </a:spcBef>
            </a:pPr>
            <a:r>
              <a:rPr lang="en-US" sz="9600" b="true">
                <a:solidFill>
                  <a:srgbClr val="FFFFFF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Thank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74616" y="5821566"/>
            <a:ext cx="10290538" cy="1927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39"/>
              </a:lnSpc>
              <a:spcBef>
                <a:spcPct val="0"/>
              </a:spcBef>
            </a:pPr>
            <a:r>
              <a:rPr lang="en-US" sz="9600" b="true">
                <a:solidFill>
                  <a:srgbClr val="FFFFFF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You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8685638" y="860742"/>
            <a:ext cx="2539969" cy="2493787"/>
          </a:xfrm>
          <a:custGeom>
            <a:avLst/>
            <a:gdLst/>
            <a:ahLst/>
            <a:cxnLst/>
            <a:rect r="r" b="b" t="t" l="l"/>
            <a:pathLst>
              <a:path h="2493787" w="2539969">
                <a:moveTo>
                  <a:pt x="0" y="0"/>
                </a:moveTo>
                <a:lnTo>
                  <a:pt x="2539969" y="0"/>
                </a:lnTo>
                <a:lnTo>
                  <a:pt x="2539969" y="2493787"/>
                </a:lnTo>
                <a:lnTo>
                  <a:pt x="0" y="249378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10552960" y="471859"/>
            <a:ext cx="4745959" cy="8349518"/>
            <a:chOff x="0" y="0"/>
            <a:chExt cx="660400" cy="116183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60400" cy="1161835"/>
            </a:xfrm>
            <a:custGeom>
              <a:avLst/>
              <a:gdLst/>
              <a:ahLst/>
              <a:cxnLst/>
              <a:rect r="r" b="b" t="t" l="l"/>
              <a:pathLst>
                <a:path h="1161835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6255"/>
                  </a:cubicBezTo>
                  <a:lnTo>
                    <a:pt x="660400" y="1161835"/>
                  </a:lnTo>
                  <a:lnTo>
                    <a:pt x="0" y="1161835"/>
                  </a:lnTo>
                  <a:lnTo>
                    <a:pt x="0" y="336868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blipFill>
              <a:blip r:embed="rId9"/>
              <a:stretch>
                <a:fillRect l="0" t="-1093" r="0" b="-1093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-5400000">
            <a:off x="-1361132" y="7628618"/>
            <a:ext cx="380853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CREATIVE PORTFOLIO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33280" y="7916807"/>
            <a:ext cx="3962694" cy="366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  <a:spcBef>
                <a:spcPct val="0"/>
              </a:spcBef>
            </a:pPr>
            <a:r>
              <a:rPr lang="en-US" b="true" sz="2187" spc="249">
                <a:solidFill>
                  <a:srgbClr val="27252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Mohan Raju Tammu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DAHMGGqurM0</dc:identifier>
  <dcterms:modified xsi:type="dcterms:W3CDTF">2011-08-01T06:04:30Z</dcterms:modified>
  <cp:revision>1</cp:revision>
  <dc:title>Black White and Lime Modern Graphic Design Portfolio Presentation</dc:title>
</cp:coreProperties>
</file>